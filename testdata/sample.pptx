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per-page routing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Inspect</a:t>
            </a:r>
          </a:p>
          <a:p>
            <a:r>
              <a:t>Route</a:t>
            </a:r>
          </a:p>
          <a:p>
            <a:r>
              <a:t>Extract</a:t>
            </a:r>
          </a:p>
          <a:p>
            <a:r>
              <a:t>Normalize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image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